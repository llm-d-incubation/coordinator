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F77E67-488C-4D46-B68F-7D676C84FCDE}" v="1" dt="2026-04-29T13:37:01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94"/>
  </p:normalViewPr>
  <p:slideViewPr>
    <p:cSldViewPr snapToGrid="0">
      <p:cViewPr varScale="1">
        <p:scale>
          <a:sx n="121" d="100"/>
          <a:sy n="121" d="100"/>
        </p:scale>
        <p:origin x="1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ED60-C11E-5DE3-8987-86DAA3C70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64EBA-60F0-E841-D2D6-CB97D057F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DA295-4B54-5D5C-59BB-7D41CF3A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2D368-D13B-2CD0-1871-11D6F4BD6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FE319-24E3-3D8B-81F3-D2E5EB18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096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8F4C0-2D03-C1EF-3632-11F6D8D1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3C4AC-28ED-2D3F-A4DA-986E590AA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D897-97F9-5F8A-4CFB-4A1491D9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39EAB-BFF9-8141-EE10-DA0B5347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25B6A-5BF3-D738-1A94-C4F98597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213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8086-C576-E262-3424-C1BEAA8C3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F80E5-A9B2-18A4-4242-BE094FC1B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3B735-7059-D3EB-6F17-A96102445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E8039-DD42-4C02-CC6F-10C1AEAC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BBD7-28FF-0703-6DE5-91158924C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1967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2CDD6-6A5B-5576-33AC-4ECBCF555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9C268-9EC7-CB11-B092-C9B9AF2A1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CCB11-12F5-9DFB-1B2E-E2F8834EB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8D9B4-1D4F-D05E-F9B1-F539F428E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9E7B0-15BE-A25F-900A-40E711637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80CFF-BA0B-4523-21D6-BAD964C7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7228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7EE6-ED8C-DAF7-0D4D-DAD2D0DC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5075F-3988-AF25-A48C-21B8B3FEF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9D0F2-86D4-1686-FEDE-6AE9D1C34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D4352A-0D51-C81C-763F-8DD9FFE8C8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EB825-A93E-2EA0-94AA-D79BD88ACC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41E33F-EDE7-9796-A2E5-F4BBBCE7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FD2939-4BFC-3B83-7EBF-7061227F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C86C4F-F239-9C99-BB18-43494B4F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846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90FF-FDB6-699B-CE0D-6D50EFCE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9B8B45-23BE-B93A-A0BF-27B5BD4CC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E28CF-ADB6-F2AA-9E68-8CB98936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817E3-2B0B-8490-4312-08F98F0C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645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394318-D6D0-64DB-9A00-31E22983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DED432-96F4-2DE4-98BF-3B15C093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1EB37-3C32-2D59-38E6-A2F954D8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6963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9888-F222-3460-F037-83C500C8B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B28F-D39C-D5A9-02CA-1549F3A70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09473-205D-27CC-1014-57015CF1D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51B2F-274A-7060-74E4-B96F9EC50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D3581-C3B7-0811-A0FB-509CD095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4D7D7-BD67-76A0-436D-A72509F7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4948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5EF3-04C5-D809-2927-160D34CB6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FF8C72-6E80-F64B-8D2C-31EB47B30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38D86-9869-40A8-9D2E-DED259854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4BD74-F930-A6DA-42AF-B3FD1C8F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EF9ED-6A29-694B-CE3F-D9F45D14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E4820-0EB0-039A-9820-6B8B601F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387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4A52-5331-5E17-C307-F2FB3435B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0CED2-0E94-47C6-B2B7-6B689D1F1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54424-6729-F754-3614-6D04C2D59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A1AB1-2610-0AA7-6100-EC0AE9D5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769E1-5158-D48C-E990-4D751A53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76502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6DB2F-C029-5043-2D5B-31642586D1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BD3DC-926E-B09C-E7CD-EAD368D49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5BC0D-54BC-1E8D-6AC4-E1692E79A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58DBB-A6EE-604C-3760-DA28C32CD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B9D95-EDAB-617A-297A-0199C8FA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29259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B4151-A8F8-C5F3-1EDB-B9B068747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95C01-BC22-BEA0-D86D-32286CB68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1A5C4-A39C-1503-53DB-C44DC0291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B9571-8938-E14A-BA51-5C0FFE57EFA5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10AF5-3531-69C8-171E-67EB002D1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3CDCB-1C22-DCE3-9975-9E5A5E433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9709F8-3311-EA4B-89A8-6F0C9A644E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284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C077-5234-6855-C49A-F33AB9519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Envoy path 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580A1-549C-1DDC-DEA7-19049B562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/v</a:t>
            </a:r>
            <a:r>
              <a:rPr lang="en-IL" dirty="0"/>
              <a:t>1/models </a:t>
            </a:r>
          </a:p>
          <a:p>
            <a:r>
              <a:rPr lang="en-US" dirty="0"/>
              <a:t>/v</a:t>
            </a:r>
            <a:r>
              <a:rPr lang="en-IL" dirty="0"/>
              <a:t>1/files</a:t>
            </a:r>
          </a:p>
          <a:p>
            <a:r>
              <a:rPr lang="en-US" dirty="0"/>
              <a:t>/v1/chat/completions</a:t>
            </a:r>
          </a:p>
          <a:p>
            <a:r>
              <a:rPr lang="en-US" dirty="0"/>
              <a:t>/v1/embeddings</a:t>
            </a:r>
          </a:p>
          <a:p>
            <a:r>
              <a:rPr lang="en-US" dirty="0"/>
              <a:t>/v1/images/generations</a:t>
            </a:r>
          </a:p>
          <a:p>
            <a:r>
              <a:rPr lang="en-US" dirty="0"/>
              <a:t>/v1/audio/transcriptions, /v1/audio/translations</a:t>
            </a:r>
          </a:p>
          <a:p>
            <a:r>
              <a:rPr lang="en-US" dirty="0"/>
              <a:t>/v1/responses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74137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59D8A8-1540-8DEE-AF73-B9A5EAEC5103}"/>
              </a:ext>
            </a:extLst>
          </p:cNvPr>
          <p:cNvSpPr/>
          <p:nvPr/>
        </p:nvSpPr>
        <p:spPr>
          <a:xfrm>
            <a:off x="453519" y="3491799"/>
            <a:ext cx="569452" cy="7007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E</a:t>
            </a:r>
            <a:r>
              <a:rPr lang="en-IL" sz="1050" dirty="0">
                <a:solidFill>
                  <a:schemeClr val="tx1"/>
                </a:solidFill>
              </a:rPr>
              <a:t>ntry point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62E329-CEF0-5BE4-A760-6FFA6AC52969}"/>
              </a:ext>
            </a:extLst>
          </p:cNvPr>
          <p:cNvSpPr/>
          <p:nvPr/>
        </p:nvSpPr>
        <p:spPr>
          <a:xfrm>
            <a:off x="1463083" y="3491799"/>
            <a:ext cx="1113293" cy="7007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Optional preprocessing</a:t>
            </a:r>
            <a:endParaRPr lang="en-IL" sz="120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E485DC-BB9D-436A-A2DD-6E55479BAA2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022971" y="3842191"/>
            <a:ext cx="4401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49E9006-9723-425F-5A2F-5C1E1EF74652}"/>
              </a:ext>
            </a:extLst>
          </p:cNvPr>
          <p:cNvSpPr/>
          <p:nvPr/>
        </p:nvSpPr>
        <p:spPr>
          <a:xfrm>
            <a:off x="5601716" y="3491799"/>
            <a:ext cx="738598" cy="7007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Encode</a:t>
            </a:r>
            <a:endParaRPr lang="en-IL" sz="12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3025D2-6304-AF1F-B363-99B0609401D4}"/>
              </a:ext>
            </a:extLst>
          </p:cNvPr>
          <p:cNvCxnSpPr>
            <a:cxnSpLocks/>
            <a:stCxn id="5" idx="3"/>
            <a:endCxn id="76" idx="1"/>
          </p:cNvCxnSpPr>
          <p:nvPr/>
        </p:nvCxnSpPr>
        <p:spPr>
          <a:xfrm>
            <a:off x="2576376" y="3842191"/>
            <a:ext cx="4401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BA74FA7-6E8D-8915-ECA0-FB7D5486031E}"/>
              </a:ext>
            </a:extLst>
          </p:cNvPr>
          <p:cNvSpPr/>
          <p:nvPr/>
        </p:nvSpPr>
        <p:spPr>
          <a:xfrm>
            <a:off x="8090968" y="3482278"/>
            <a:ext cx="625933" cy="7007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Prefill</a:t>
            </a:r>
            <a:r>
              <a:rPr lang="en-US" sz="1200" dirty="0"/>
              <a:t> </a:t>
            </a:r>
            <a:endParaRPr lang="en-IL" sz="12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8103A2F-D65D-E53E-25F6-E3FE60D2E2D3}"/>
              </a:ext>
            </a:extLst>
          </p:cNvPr>
          <p:cNvSpPr/>
          <p:nvPr/>
        </p:nvSpPr>
        <p:spPr>
          <a:xfrm>
            <a:off x="9157012" y="3491799"/>
            <a:ext cx="807307" cy="7007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Decode</a:t>
            </a:r>
            <a:endParaRPr lang="en-IL" sz="12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719394-3D83-7584-D7A4-3EC630C49CCB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8716901" y="3832670"/>
            <a:ext cx="440111" cy="9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6F8441A-142F-764B-CD63-59EF577AAFEF}"/>
              </a:ext>
            </a:extLst>
          </p:cNvPr>
          <p:cNvSpPr/>
          <p:nvPr/>
        </p:nvSpPr>
        <p:spPr>
          <a:xfrm>
            <a:off x="10404428" y="3502040"/>
            <a:ext cx="1177972" cy="7007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Optional Post postprocessing</a:t>
            </a:r>
            <a:endParaRPr lang="en-IL" sz="105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898CE4-190A-9FA8-2C90-9509FB2E8A68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9964319" y="3842191"/>
            <a:ext cx="440109" cy="10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9F13EA-86BD-338D-0644-7A12A40C05AB}"/>
              </a:ext>
            </a:extLst>
          </p:cNvPr>
          <p:cNvCxnSpPr>
            <a:cxnSpLocks/>
            <a:stCxn id="53" idx="3"/>
            <a:endCxn id="14" idx="1"/>
          </p:cNvCxnSpPr>
          <p:nvPr/>
        </p:nvCxnSpPr>
        <p:spPr>
          <a:xfrm flipV="1">
            <a:off x="7650856" y="3832670"/>
            <a:ext cx="440112" cy="9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F65D448-41E2-440C-4A98-3A8DB5C70B72}"/>
              </a:ext>
            </a:extLst>
          </p:cNvPr>
          <p:cNvSpPr txBox="1"/>
          <p:nvPr/>
        </p:nvSpPr>
        <p:spPr>
          <a:xfrm>
            <a:off x="661067" y="3186471"/>
            <a:ext cx="10750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Tokens Prompt</a:t>
            </a:r>
            <a:endParaRPr lang="en-IL" sz="105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AB0750D-8333-05D2-1D6D-C82548A09FBE}"/>
              </a:ext>
            </a:extLst>
          </p:cNvPr>
          <p:cNvCxnSpPr>
            <a:cxnSpLocks/>
            <a:stCxn id="14" idx="0"/>
            <a:endCxn id="29" idx="2"/>
          </p:cNvCxnSpPr>
          <p:nvPr/>
        </p:nvCxnSpPr>
        <p:spPr>
          <a:xfrm flipH="1" flipV="1">
            <a:off x="8395773" y="2760665"/>
            <a:ext cx="8162" cy="7216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E1B8F19-486D-7217-F58E-E280FFEA5C11}"/>
              </a:ext>
            </a:extLst>
          </p:cNvPr>
          <p:cNvSpPr txBox="1"/>
          <p:nvPr/>
        </p:nvSpPr>
        <p:spPr>
          <a:xfrm>
            <a:off x="7751197" y="2160501"/>
            <a:ext cx="12891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Send </a:t>
            </a:r>
            <a:r>
              <a:rPr lang="en-IL" sz="1100" dirty="0"/>
              <a:t> request to the Envoy</a:t>
            </a:r>
          </a:p>
          <a:p>
            <a:pPr algn="ctr"/>
            <a:r>
              <a:rPr lang="en-IL" sz="1100" dirty="0"/>
              <a:t>/prefill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5C023E-8041-36D3-C494-981247D88658}"/>
              </a:ext>
            </a:extLst>
          </p:cNvPr>
          <p:cNvSpPr txBox="1"/>
          <p:nvPr/>
        </p:nvSpPr>
        <p:spPr>
          <a:xfrm>
            <a:off x="8919424" y="2741830"/>
            <a:ext cx="12891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Send </a:t>
            </a:r>
            <a:r>
              <a:rPr lang="en-IL" sz="1100" dirty="0"/>
              <a:t> request to the Envoy</a:t>
            </a:r>
          </a:p>
          <a:p>
            <a:pPr algn="ctr"/>
            <a:r>
              <a:rPr lang="en-IL" sz="1100" dirty="0"/>
              <a:t>/decode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C5F688C-38D8-C12F-37EB-26FE37C643F1}"/>
              </a:ext>
            </a:extLst>
          </p:cNvPr>
          <p:cNvCxnSpPr>
            <a:cxnSpLocks/>
            <a:stCxn id="15" idx="0"/>
            <a:endCxn id="30" idx="2"/>
          </p:cNvCxnSpPr>
          <p:nvPr/>
        </p:nvCxnSpPr>
        <p:spPr>
          <a:xfrm flipV="1">
            <a:off x="9560666" y="3341994"/>
            <a:ext cx="3334" cy="149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E767AC-FCC7-5666-30BA-B1A9BBD34F65}"/>
              </a:ext>
            </a:extLst>
          </p:cNvPr>
          <p:cNvCxnSpPr>
            <a:cxnSpLocks/>
            <a:stCxn id="17" idx="0"/>
            <a:endCxn id="37" idx="2"/>
          </p:cNvCxnSpPr>
          <p:nvPr/>
        </p:nvCxnSpPr>
        <p:spPr>
          <a:xfrm flipH="1" flipV="1">
            <a:off x="10986359" y="2786435"/>
            <a:ext cx="7055" cy="715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200FF95-CE5B-9104-E258-7C2E0D6AC517}"/>
              </a:ext>
            </a:extLst>
          </p:cNvPr>
          <p:cNvSpPr txBox="1"/>
          <p:nvPr/>
        </p:nvSpPr>
        <p:spPr>
          <a:xfrm>
            <a:off x="10341783" y="2186271"/>
            <a:ext cx="12891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Send </a:t>
            </a:r>
            <a:r>
              <a:rPr lang="en-IL" sz="1100" dirty="0"/>
              <a:t> </a:t>
            </a:r>
            <a:r>
              <a:rPr lang="en-IL" sz="1100" b="1" dirty="0"/>
              <a:t>response</a:t>
            </a:r>
            <a:r>
              <a:rPr lang="en-IL" sz="1100" dirty="0"/>
              <a:t> to the Envoy to the user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093248-CF8C-BC52-4791-9FBEE405A8CA}"/>
              </a:ext>
            </a:extLst>
          </p:cNvPr>
          <p:cNvSpPr txBox="1"/>
          <p:nvPr/>
        </p:nvSpPr>
        <p:spPr>
          <a:xfrm>
            <a:off x="4087856" y="2739494"/>
            <a:ext cx="12891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Send </a:t>
            </a:r>
            <a:r>
              <a:rPr lang="en-IL" sz="1100" dirty="0"/>
              <a:t>request to the Envoy</a:t>
            </a:r>
          </a:p>
          <a:p>
            <a:pPr algn="ctr"/>
            <a:r>
              <a:rPr lang="en-IL" sz="1100" dirty="0"/>
              <a:t>/prefill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DEBA74C-B361-D189-B959-5DADB12DCA8B}"/>
              </a:ext>
            </a:extLst>
          </p:cNvPr>
          <p:cNvCxnSpPr>
            <a:cxnSpLocks/>
            <a:stCxn id="114" idx="0"/>
            <a:endCxn id="50" idx="2"/>
          </p:cNvCxnSpPr>
          <p:nvPr/>
        </p:nvCxnSpPr>
        <p:spPr>
          <a:xfrm flipH="1" flipV="1">
            <a:off x="4732432" y="3339658"/>
            <a:ext cx="2921" cy="152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641999B-45B0-745F-53EA-1E5180724366}"/>
              </a:ext>
            </a:extLst>
          </p:cNvPr>
          <p:cNvSpPr/>
          <p:nvPr/>
        </p:nvSpPr>
        <p:spPr>
          <a:xfrm>
            <a:off x="6780426" y="3491799"/>
            <a:ext cx="870430" cy="7007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Optional, post encode processor</a:t>
            </a:r>
            <a:endParaRPr lang="en-IL" sz="1050" dirty="0">
              <a:solidFill>
                <a:schemeClr val="tx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C7CEC6-6425-57A3-FED5-515451455FAB}"/>
              </a:ext>
            </a:extLst>
          </p:cNvPr>
          <p:cNvCxnSpPr>
            <a:cxnSpLocks/>
            <a:stCxn id="9" idx="3"/>
            <a:endCxn id="53" idx="1"/>
          </p:cNvCxnSpPr>
          <p:nvPr/>
        </p:nvCxnSpPr>
        <p:spPr>
          <a:xfrm>
            <a:off x="6340314" y="3842191"/>
            <a:ext cx="4401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E99C7FF4-9621-1DED-B2A5-1B4C5092B937}"/>
              </a:ext>
            </a:extLst>
          </p:cNvPr>
          <p:cNvSpPr txBox="1"/>
          <p:nvPr/>
        </p:nvSpPr>
        <p:spPr>
          <a:xfrm>
            <a:off x="661067" y="4198933"/>
            <a:ext cx="1075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Text Prompt</a:t>
            </a:r>
            <a:endParaRPr lang="en-IL" sz="1050" dirty="0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09B32CE3-A90F-5CC3-B2F7-0ACA5DD7938D}"/>
              </a:ext>
            </a:extLst>
          </p:cNvPr>
          <p:cNvSpPr/>
          <p:nvPr/>
        </p:nvSpPr>
        <p:spPr>
          <a:xfrm>
            <a:off x="3016488" y="3491799"/>
            <a:ext cx="852502" cy="7007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Condition Decode</a:t>
            </a:r>
            <a:endParaRPr lang="en-IL" sz="1050" dirty="0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FD7556-21A8-76CF-26B8-6ED911CDF006}"/>
              </a:ext>
            </a:extLst>
          </p:cNvPr>
          <p:cNvSpPr txBox="1"/>
          <p:nvPr/>
        </p:nvSpPr>
        <p:spPr>
          <a:xfrm>
            <a:off x="2790084" y="2160501"/>
            <a:ext cx="12891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Send </a:t>
            </a:r>
            <a:r>
              <a:rPr lang="en-IL" sz="1100" dirty="0"/>
              <a:t> request to the Envoy</a:t>
            </a:r>
            <a:br>
              <a:rPr lang="en-IL" sz="1100" dirty="0"/>
            </a:br>
            <a:r>
              <a:rPr lang="en-IL" sz="1100" dirty="0"/>
              <a:t>/decode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BE66DAD-9E9F-80EF-E648-CBA91469EFA8}"/>
              </a:ext>
            </a:extLst>
          </p:cNvPr>
          <p:cNvCxnSpPr>
            <a:cxnSpLocks/>
            <a:stCxn id="76" idx="0"/>
            <a:endCxn id="80" idx="2"/>
          </p:cNvCxnSpPr>
          <p:nvPr/>
        </p:nvCxnSpPr>
        <p:spPr>
          <a:xfrm flipH="1" flipV="1">
            <a:off x="3434660" y="2760665"/>
            <a:ext cx="8079" cy="731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7E042153-2405-F2AE-24E0-0F391402FEC9}"/>
              </a:ext>
            </a:extLst>
          </p:cNvPr>
          <p:cNvSpPr/>
          <p:nvPr/>
        </p:nvSpPr>
        <p:spPr>
          <a:xfrm>
            <a:off x="1482210" y="4466893"/>
            <a:ext cx="1075038" cy="4898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Tokenization</a:t>
            </a:r>
            <a:endParaRPr lang="en-IL" sz="1200" dirty="0">
              <a:solidFill>
                <a:schemeClr val="tx1"/>
              </a:solidFill>
            </a:endParaRPr>
          </a:p>
        </p:txBody>
      </p: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9112CF1B-7EF3-D374-DE7C-825ACB1EACB2}"/>
              </a:ext>
            </a:extLst>
          </p:cNvPr>
          <p:cNvCxnSpPr>
            <a:cxnSpLocks/>
            <a:stCxn id="114" idx="2"/>
            <a:endCxn id="15" idx="2"/>
          </p:cNvCxnSpPr>
          <p:nvPr/>
        </p:nvCxnSpPr>
        <p:spPr>
          <a:xfrm rot="16200000" flipH="1">
            <a:off x="7148009" y="1779926"/>
            <a:ext cx="12700" cy="4825313"/>
          </a:xfrm>
          <a:prstGeom prst="bentConnector3">
            <a:avLst>
              <a:gd name="adj1" fmla="val 46800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979AEECC-8E59-34B2-06A9-78AA17FC33B7}"/>
              </a:ext>
            </a:extLst>
          </p:cNvPr>
          <p:cNvSpPr txBox="1"/>
          <p:nvPr/>
        </p:nvSpPr>
        <p:spPr>
          <a:xfrm>
            <a:off x="3739513" y="4401927"/>
            <a:ext cx="696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1100" dirty="0"/>
              <a:t>Success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8B34AFC8-5336-8D13-9FC4-628485E3712C}"/>
              </a:ext>
            </a:extLst>
          </p:cNvPr>
          <p:cNvSpPr/>
          <p:nvPr/>
        </p:nvSpPr>
        <p:spPr>
          <a:xfrm>
            <a:off x="4309102" y="3491799"/>
            <a:ext cx="852502" cy="7007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Condition Prefill</a:t>
            </a:r>
            <a:endParaRPr lang="en-IL" sz="1050" dirty="0">
              <a:solidFill>
                <a:schemeClr val="tx1"/>
              </a:solidFill>
            </a:endParaRPr>
          </a:p>
        </p:txBody>
      </p: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3F3FA3DE-0495-83F1-AEBC-0AAB3B571180}"/>
              </a:ext>
            </a:extLst>
          </p:cNvPr>
          <p:cNvCxnSpPr>
            <a:cxnSpLocks/>
            <a:stCxn id="76" idx="2"/>
            <a:endCxn id="17" idx="2"/>
          </p:cNvCxnSpPr>
          <p:nvPr/>
        </p:nvCxnSpPr>
        <p:spPr>
          <a:xfrm rot="16200000" flipH="1">
            <a:off x="7212956" y="422365"/>
            <a:ext cx="10241" cy="7550675"/>
          </a:xfrm>
          <a:prstGeom prst="bentConnector3">
            <a:avLst>
              <a:gd name="adj1" fmla="val 1355700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2E97B583-4D19-93A2-3FF0-7212D584A92F}"/>
              </a:ext>
            </a:extLst>
          </p:cNvPr>
          <p:cNvSpPr txBox="1"/>
          <p:nvPr/>
        </p:nvSpPr>
        <p:spPr>
          <a:xfrm>
            <a:off x="5316867" y="2075862"/>
            <a:ext cx="12891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Send </a:t>
            </a:r>
            <a:r>
              <a:rPr lang="en-IL" sz="1100" dirty="0"/>
              <a:t> new request</a:t>
            </a:r>
            <a:r>
              <a:rPr lang="en-IL" sz="1100" b="1" dirty="0"/>
              <a:t>s</a:t>
            </a:r>
            <a:r>
              <a:rPr lang="en-IL" sz="1100" dirty="0"/>
              <a:t> to the Envoy</a:t>
            </a:r>
          </a:p>
          <a:p>
            <a:pPr algn="ctr"/>
            <a:r>
              <a:rPr lang="en-IL" sz="1100" dirty="0"/>
              <a:t>/encode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95AE57B5-2942-ACA2-4D40-B33D41C7FA9C}"/>
              </a:ext>
            </a:extLst>
          </p:cNvPr>
          <p:cNvCxnSpPr>
            <a:cxnSpLocks/>
            <a:stCxn id="9" idx="0"/>
            <a:endCxn id="141" idx="2"/>
          </p:cNvCxnSpPr>
          <p:nvPr/>
        </p:nvCxnSpPr>
        <p:spPr>
          <a:xfrm flipH="1" flipV="1">
            <a:off x="5961443" y="2845303"/>
            <a:ext cx="9572" cy="646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68AA52E-5F75-3D38-1D9E-ABD1FFA43116}"/>
              </a:ext>
            </a:extLst>
          </p:cNvPr>
          <p:cNvCxnSpPr>
            <a:cxnSpLocks/>
            <a:stCxn id="114" idx="3"/>
            <a:endCxn id="9" idx="1"/>
          </p:cNvCxnSpPr>
          <p:nvPr/>
        </p:nvCxnSpPr>
        <p:spPr>
          <a:xfrm>
            <a:off x="5161604" y="3842191"/>
            <a:ext cx="4401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9B40082-4518-AB00-43C7-DC89472BCC24}"/>
              </a:ext>
            </a:extLst>
          </p:cNvPr>
          <p:cNvCxnSpPr>
            <a:cxnSpLocks/>
            <a:stCxn id="76" idx="3"/>
            <a:endCxn id="114" idx="1"/>
          </p:cNvCxnSpPr>
          <p:nvPr/>
        </p:nvCxnSpPr>
        <p:spPr>
          <a:xfrm>
            <a:off x="3868990" y="3842191"/>
            <a:ext cx="4401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163B75E4-69B8-F156-B4F4-3E785F4CCF03}"/>
              </a:ext>
            </a:extLst>
          </p:cNvPr>
          <p:cNvSpPr/>
          <p:nvPr/>
        </p:nvSpPr>
        <p:spPr>
          <a:xfrm>
            <a:off x="1463083" y="5231005"/>
            <a:ext cx="1075038" cy="4898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MM downloads</a:t>
            </a:r>
            <a:endParaRPr lang="en-IL" sz="1200" dirty="0">
              <a:solidFill>
                <a:schemeClr val="tx1"/>
              </a:solidFill>
            </a:endParaRPr>
          </a:p>
        </p:txBody>
      </p:sp>
      <p:sp>
        <p:nvSpPr>
          <p:cNvPr id="193" name="Title 192">
            <a:extLst>
              <a:ext uri="{FF2B5EF4-FFF2-40B4-BE49-F238E27FC236}">
                <a16:creationId xmlns:a16="http://schemas.microsoft.com/office/drawing/2014/main" id="{F4153B15-D660-717B-EE35-60B2EC0F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Coordinator Pipeline</a:t>
            </a:r>
          </a:p>
        </p:txBody>
      </p:sp>
    </p:spTree>
    <p:extLst>
      <p:ext uri="{BB962C8B-B14F-4D97-AF65-F5344CB8AC3E}">
        <p14:creationId xmlns:p14="http://schemas.microsoft.com/office/powerpoint/2010/main" val="2107511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121</Words>
  <Application>Microsoft Macintosh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Envoy path separation</vt:lpstr>
      <vt:lpstr>Coordinator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ALEXEY ROYTMAN</dc:creator>
  <cp:lastModifiedBy>ALEXEY ROYTMAN</cp:lastModifiedBy>
  <cp:revision>1</cp:revision>
  <dcterms:created xsi:type="dcterms:W3CDTF">2026-04-29T09:12:06Z</dcterms:created>
  <dcterms:modified xsi:type="dcterms:W3CDTF">2026-04-29T15:34:24Z</dcterms:modified>
</cp:coreProperties>
</file>